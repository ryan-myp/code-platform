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73606ce2418430f" /><Relationship Type="http://schemas.openxmlformats.org/package/2006/relationships/metadata/core-properties" Target="/docProps/core.xml" Id="R5fa1a1123d42455e" /><Relationship Type="http://schemas.openxmlformats.org/officeDocument/2006/relationships/extended-properties" Target="/docProps/app.xml" Id="R74b9e0214af34348" /><Relationship Type="http://schemas.openxmlformats.org/officeDocument/2006/relationships/custom-properties" Target="/docProps/custom.xml" Id="Rc7ee5d363c2941f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832a24c28684be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832a24c28684be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1d36f8ad942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3d8063d5243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c0eff0ff949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af0a397b84f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742c4c030462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8481224fdc4464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d1c4e07404b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OfficeCLI 集成测试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2026-07-31T09:20:16Z</dcterms:created>
  <cp:lastModifiedBy>OfficeCLI</cp:lastModifiedBy>
  <dcterms:modified xsi:type="dcterms:W3CDTF">2026-07-31T09:20:16Z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2026-07-31T09:21:17Z</vt:lpwstr>
  </op:property>
</op:Properties>
</file>